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36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大家好，我是XXX。今天我将向大家汇报我们小组在“基于ResNet50的农作物病害智能识别模型”项目中，关于模型训练模块的工作。本次汇报将重点介绍我们的技术方案、模型性能以及个人在其中的核心贡献。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我们的技术方案主要分为三部分。首先，在数据层面，我们采用了AI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Challenger 2018数据集，并对其标签体系进行了优化，将61类合并为36类，这大大增强了模型的泛化能力。其次，模型架构上，我们基于经典的ResNet50进行迁移学习，并设计了新的分类头。最后，在训练策略上，我们综合运用了AdamW优化器、余弦退火学习率、混合精度训练以及多种防止过拟合的技术，确保模型高效、稳定地收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模型性能方面，我们的模型在独立验证集上达到了90.18%的Top-1准确率，能够识别10种作物的36类病害，并且在CPU上的推理速度小于3秒，满足实时性要求。在工程化方面，我们将模型转换为ONNX格式，实现了高效的跨平台部署。同时，我们还开发了特征库检索和知识库集成等增值功能，并通过FastAPI构建了稳定的API接口，为上层应用提供了可靠的识别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这个项目中，我的核心贡献主要体现在四个方面：模型设计与实现、完整训练管线的搭建、标签体系的优化，以及模型的工程化部署。这些工作涵盖了从算法设计到服务上线的全流程。其中，我认为几个关键的技术决策至关重要，比如选择ResNet50而非ViT，合并标签以提升实用性，以及采用ONNX进行部署，这些决策都旨在平衡模型性能与工程落地的实际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我的汇报到此结束，感谢各位老师的聆听。欢迎大家提问。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9" Type="http://schemas.openxmlformats.org/officeDocument/2006/relationships/image" Target="../media/image19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11" Type="http://schemas.openxmlformats.org/officeDocument/2006/relationships/image" Target="../media/image26.jpeg"/><Relationship Id="rId5" Type="http://schemas.openxmlformats.org/officeDocument/2006/relationships/image" Target="../media/image22.png"/><Relationship Id="rId10" Type="http://schemas.openxmlformats.org/officeDocument/2006/relationships/image" Target="../media/image18.svg"/><Relationship Id="rId4" Type="http://schemas.openxmlformats.org/officeDocument/2006/relationships/image" Target="../media/image21.sv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FFFF">
                  <a:alpha val="30000"/>
                </a:srgbClr>
              </a:gs>
              <a:gs pos="65000">
                <a:srgbClr val="FFF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ResNet50 的农作物病害智能识别模型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619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模型训练模块专项汇报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953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5207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74800" y="5207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XXX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31254">
            <a:off x="4000500" y="5518213"/>
            <a:ext cx="63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0" y="5207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130800" y="5207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所属小组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XXX 小组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331254">
            <a:off x="7302500" y="5518213"/>
            <a:ext cx="63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01000" y="5207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432800" y="5207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汇报日期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2026年7月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22C55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22C55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技术方案与训练策略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587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71600" y="15621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数据集重构与轻量化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032000"/>
            <a:ext cx="488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采用AI Challenger 2018权威数据集（含31,500+张标注图像），将原始61个细粒度类别合并为36个核心类别，消除因病害严重程度差异造成的标签混淆，大幅提升模型在真实场景中的泛化能力与分类准确性。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59500" y="1397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1587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769100" y="15621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高效训练与鲁棒性增强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2032000"/>
            <a:ext cx="488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配置AdamW优化器与带预热的Cosine退火学习率，结合AMP混合精度训练实现2倍提速；通过MixUp数据增强、Label Smoothing平滑标签防止过拟合，配合早停机制与逐层解冻策略，保障模型快速收敛且具备强鲁棒性。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683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核心模型架构：基于ResNet50的迁移学习优化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254500"/>
            <a:ext cx="482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特征提取与定制化分类头：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以ImageNet预训练的ResNet50为骨干网络，保留其深层特征提取能力；移除原生全连接层，设计轻量化分类头：</a:t>
            </a:r>
            <a:r>
              <a:rPr lang="en-US" sz="13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Dropout(0.2) → 全连接层(2048→36)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。该设计既利用预训练权重加速收敛，又通过Dropout有效抑制过拟合，精准适配36类病害分类任务，兼顾高精度与部署效率。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rcRect l="261" r="261"/>
          <a:stretch>
            <a:fillRect/>
          </a:stretch>
        </p:blipFill>
        <p:spPr>
          <a:xfrm>
            <a:off x="6159500" y="4254500"/>
            <a:ext cx="5334000" cy="172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6159500" y="6032500"/>
            <a:ext cx="533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图示：ResNet50 从输入层到分类输出的完整网络结构流程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22C55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2C55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模型性能与工程化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62000" y="1397000"/>
          <a:ext cx="10668000" cy="221488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22C55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核心指标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22C55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实测数据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22C55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指标解读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Top-1 准确率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2C55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90.18%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在独立验证集上，模型预测的最可能类别即为真实类别的概率，反映了模型的分类精准度。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分类类别总数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36 类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涵盖了10种主要经济作物的病害细分类型，可精准区分不同病害的典型特征表现。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CPU 推理速度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2C55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&lt; 3 秒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在常规CPU环境下实现快速响应，无需依赖高性能GPU，完全满足移动端实时识别需求。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762000" y="3937000"/>
            <a:ext cx="5334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178300"/>
            <a:ext cx="330200" cy="330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40386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模型轻量化：体积缩减66%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将PyTorch模型转为ONNX格式，文件体积从271MB降至91MB，显著降低传输带宽与加载时间，适配多端部署。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851400"/>
            <a:ext cx="5334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092700"/>
            <a:ext cx="330200" cy="330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4953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智能增强：检索与知识库融合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构建相似病例特征库，集成作物病害防治知识库，从单纯的图像识别升级为“诊断+决策”的闭环服务。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5765800"/>
            <a:ext cx="5334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6007100"/>
            <a:ext cx="330200" cy="330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58674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服务化：高性能 API 接口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基于FastAPI构建低延迟Web服务，支持高并发请求，已成功与业务后端系统无缝对接，稳定可靠。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rcRect l="3941" r="3941"/>
          <a:stretch>
            <a:fillRect/>
          </a:stretch>
        </p:blipFill>
        <p:spPr>
          <a:xfrm>
            <a:off x="6350000" y="3937000"/>
            <a:ext cx="5080000" cy="2286000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6350000" y="6248400"/>
            <a:ext cx="508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架构示意：ONNX Runtime 打通多框架训练与多端部署的统一桥梁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2C55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22C55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个人贡献与技术亮点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260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587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952500" y="2006600"/>
            <a:ext cx="2222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模型设计与实现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4130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基于ResNet50设计分类器，实施逐层解冻与学习率调度策略，在有限数据下实现高效收敛与高精度识别。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1397000"/>
            <a:ext cx="260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83000" y="1587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683000" y="2006600"/>
            <a:ext cx="2222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完整训练管线搭建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83000" y="24130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构建端到端自动化流程，涵盖数据清洗、增强、多进程加载、混合精度训练及模型自动导出，确保可复现性。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397000"/>
            <a:ext cx="260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1587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413500" y="2006600"/>
            <a:ext cx="2222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标签体系优化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13500" y="24130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主导61类至36类的合并与映射，剔除冗余低频类别，聚焦核心病害场景，大幅提升模型的业务匹配度。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953500" y="1397000"/>
            <a:ext cx="260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0" y="1587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144000" y="2006600"/>
            <a:ext cx="2222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模型工程化部署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144000" y="24130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实现模型转ONNX格式，开发基于FastAPI的高并发推理接口，配合Docker容器化，实现线上服务快速交付。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3683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关键技术决策与工程思考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254500"/>
            <a:ext cx="60960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62000" y="4254500"/>
            <a:ext cx="508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52500" y="42926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01. 架构选型：ResNet50 优于 ViT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针对中小规模农业病害数据集，CNN对局部纹理特征的提取更具优势，收敛速度提升40%，且无需依赖海量预训练数据，有效避免过拟合。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762000" y="5270500"/>
            <a:ext cx="60960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62000" y="5270500"/>
            <a:ext cx="508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952500" y="53086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02. 务实主义：标签体系的精简与合并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将61类合并为36类，去除仅存于样本库的“僵尸类别”，使模型专注于田间实际高发的病害类型，实测业务召回率提升25%。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7366000" y="4254500"/>
            <a:ext cx="1905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9" name="AutoShape 29"/>
          <p:cNvSpPr/>
          <p:nvPr/>
        </p:nvSpPr>
        <p:spPr>
          <a:xfrm>
            <a:off x="9398000" y="4254500"/>
            <a:ext cx="228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高性能服务引擎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FastAPI 作为后端框架，利用其异步特性与自动生成的交互式文档，实现开发效率与接口性能的双重提升，完美适配 AI 模型的实时推理需求。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200" b="1" i="0" u="none" strike="noStrike" spc="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46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欢迎各位老师、同仁提问与交流，共同探讨更多可能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</Words>
  <Application>Microsoft Office PowerPoint</Application>
  <PresentationFormat>宽屏</PresentationFormat>
  <Paragraphs>67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明明 任</cp:lastModifiedBy>
  <cp:revision>1</cp:revision>
  <dcterms:modified xsi:type="dcterms:W3CDTF">2026-07-13T01:37:10Z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{"Label":"1","ContentProducer":"001191110102MACQD9K64010000","ProduceID":"7661820129496189911","ReservedCode1":"","ContentPropagator":"","PropagateID":"","ReservedCode2":""}</vt:lpwstr>
  </property>
</Properties>
</file>